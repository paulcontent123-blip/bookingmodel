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Marketing Platform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19050">
            <a:solidFill>
              <a:srgbClr val="005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6596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2356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—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6596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3429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23560" y="3429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(US/CA)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9202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413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SPA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733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5394960"/>
            <a:ext cx="19202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5413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SPA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5733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5394960"/>
            <a:ext cx="19202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5413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seeded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5733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5394960"/>
            <a:ext cx="192024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5413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5733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BookingModel?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is a creator marketing platform connecting North American brands with vetted UGC creators and influencers. The platform is split into two standalone HTML single-page applications: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site — brand/creator-facing marketplace, solutions, campaigns, news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Internal OS — admin and brand dashboard with gated creator database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261872"/>
            <a:ext cx="23317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35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 Creators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0" y="1261872"/>
            <a:ext cx="23317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3350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0" y="1737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cost per video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221992"/>
            <a:ext cx="23317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95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delivery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2221992"/>
            <a:ext cx="23317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295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CPA avg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SPA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3767328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767328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Variables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3767328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51376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51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DiceBear Avatars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4151376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4151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4151376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151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(demo)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4151376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4151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data seeded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Two-File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12064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SITE — bookingmodel_public.html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67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Marketplace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87168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968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Solutions (6 sub-pages)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16936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266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 Campaigns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346704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56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News &amp; Showcase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776472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Partnership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06240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159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Contact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280160"/>
            <a:ext cx="5120640" cy="347472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298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OS — bookingmodel_internal.html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Dashboard (KPIs + charts)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2057400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167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Creator Database (gated by plan)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2487168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5968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Campaign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2916936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026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Brand Brief Builder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3346704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456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Plans &amp; Access Control (3 tiers)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0840" y="3776472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Admin: Creator Applications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4206240"/>
            <a:ext cx="4846320" cy="0"/>
          </a:xfrm>
          <a:prstGeom prst="line">
            <a:avLst/>
          </a:prstGeom>
          <a:noFill/>
          <a:ln w="3810">
            <a:solidFill>
              <a:srgbClr val="E2E2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Admin: Content Review + Escrow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Inventory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325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with video card + KPIs · Creator scroll strips (2 rows) · Brand logo ticker · Solutions grid · Open Campaigns preview · News 2×2 grid · FAQ accordion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9842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search with 4 filters (name, platform, niche, size) · 4-col grid with platform badge, initials avatar, video thumbnails · Contact gated behind 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64261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solution cards linking to sub-pages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467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Sub-Pages (×6)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30098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· Influencer Marketing · E-Commerce · Advertising · Production · Brand Identity — each with intro, 4-step process, 6 feature cards, CTA banner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05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Campaigns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9593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campaign cards with Open/Hot/Urgent badges · Creator apply modal with 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53712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63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Showcase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2-col layout: main article left, 2×2 card grid right · Showcase 4-col grid · Article filter tabs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21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527608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partnership type cards (co-marketing, tech integration, agency, affiliate, academy, gifting)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870448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9801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/ Request Campaign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593445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form: inquiry type + budget + message left, contact info + creator note right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MARKETPLACE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Database &amp; Display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creators seeded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60934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FoodBev_MicroCreators_US_BD.csv + FoodBevChannels_US_BD.csv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covered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26771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Instagram · YouTube · Facebook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26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per creator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handle, platform, niche, audience, engagement rate, est rate, contact, contact_verified, notes, avatar, thumbs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58444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Initials-based circle with platform color ring (TikTok=black, IG=purple, YT=red, FB=blue)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242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thumbnails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42428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niche-colored thumbnail cards per creator card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261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SYSTEM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536192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609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47888" y="160934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or handle text match (real-time)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194560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47888" y="226771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· TikTok · Instagram · YouTube · Facebook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852928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926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47888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· Beauty · Fitness · Lifestyle · Tech · Home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511296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584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47888" y="35844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&lt;10K · Micro 10–100K · Mid 100K–1M · Macro 1M+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4169664"/>
            <a:ext cx="53035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4242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47888" y="42428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rated · Price low/high · Most jobs · Newest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E8EF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592531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 access is plan-gated: Standard = hidden · Pro = 10 reveals/day · Enterprise = unlimited · Admin = always visible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Offerings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UGC &amp;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2677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videos from $59. Testimonial, unboxing, talking head, b-roll. AI subtitles + format conversion. Full usage rights. Unlimited revisions. 7-day delivery.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26187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70832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70832" y="22677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booking, creative strategist, IMC campaign planning, invite &amp; manage creators, full post-campaign analytics report.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26187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19872" y="1901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19872" y="22677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Shop, Amazon Seller Central, Etsy and Shopify — store setup, listing SEO, A+ content, PPC ads, affiliate recruitment, logistics coordination.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Spend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2793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TikTok Ads + Meta Ads. Creative production, audience targeting, A/B testing, weekly optimization, clear ROAS + CPA reporting.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7355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🎥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370832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&amp; Livestream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70832" y="42793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+ on-location production. Livestream commerce (TikTok Live), event content, same-day delivery, talent sourcing, post-production.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3273552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3456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19872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&amp; SEO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9872" y="42793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+ visual identity, website copy, email flows, technical SEO, content calendar, GA4 + pixel setup, monthly growth dashboard.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CAMPAIGNS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System &amp; Creator Apply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CARD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 (client name)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 (campaign name)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 (TikTok / IG / Meta / YouTube)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(niche)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type (UGC / Testimonial / Unboxing / etc)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range (e.g. $80–120/video)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spots (n remaining or URGENT)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684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(open / hot / urgent)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261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APPLY MODAL — FORM FIELDS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153619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6367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 + Last name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03911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13969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address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54203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6426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or Instagram handle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04495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14553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(TikTok / IG / YouTube / Multiple)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54787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64845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range (dropdown)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050792"/>
            <a:ext cx="53035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41513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past work (optional)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E6F4EF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92531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flow: Creator clicks "Apply Now" → modal opens pre-filled with brand name → form submitted → showToast confirmation. No backend in demo — production needs API endpoint + database.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OS — BRAND ROLE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Dashboard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2560320" cy="74980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618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row (active campaigns, creators booked, spend, daily contact quota) · Quick action buttons · Recent campaigns 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560320" cy="74980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95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Creators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3042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creator DB with platform/niche filters · Contact info visible per plan · Click → creator detail modal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2560320" cy="74980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284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Campaigns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12724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2369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+ completed campaign history table · Link to content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2560320" cy="74980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261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Campaign Brief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405993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1696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brief form: brand, niche, content type, length, platform, budget, brief text · "What happens next" sidebar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92624"/>
            <a:ext cx="2560320" cy="74980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1937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Plan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499262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5102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plan display · 3-tier plan selector (Standard / Pro / Enterprise) · Upgrade CTA → contact sales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C97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961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toggle on top bar: Brand → shows only brand sections. Admin → shows full admin menu. Switching role rebuilds sidebar dynamically via JS DOM.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OS — ADMIN ROLE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910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KPIs (142K creators, 3,241 brands, 8,420 campaigns, $1.24M GMV) · Revenue by niche bar chart · Attention queue (applications, content pending, payments)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Creators — Admin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408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DB visible, all contact info shown · Platform + search filter · Export CSV button · Import CSV button → links to Import page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61488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Crawl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upload dropzone with required column schema · Crawl script status (YouTube API, TikTok Research API, Modash, Manual BD) · Avatar auto-download note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11296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Applications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table with email, platform, followers, niche, applied 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61104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06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Campaigns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59028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cross-brand campaign table · Link to Campaign Builder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901184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010912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56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Builder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340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+ publish campaign to public site directly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650992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760720"/>
            <a:ext cx="54864" cy="5943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06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 config (Standard 15%, Pro 10%) · Daily contact limit · VEA team notify toggle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Plan-Gated Feature Access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261872"/>
            <a:ext cx="278892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984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261872"/>
            <a:ext cx="2788920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984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— $299/mo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1261872"/>
            <a:ext cx="278892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2984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01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creator profiles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8105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883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8105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883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8105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883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24231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59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niche + follower 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2677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340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2677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340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22677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2340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2491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campaign brief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7249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798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27249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798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27249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2798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182112"/>
            <a:ext cx="24231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creator contact info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31821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3255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1821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255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10/day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61120" y="31821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3255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63931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filters (ER, rate)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26080" y="36393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37124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0" y="36393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37124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61120" y="36393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37124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096512"/>
            <a:ext cx="24231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187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shortlisting / CRM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40965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4169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43600" y="40965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4169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61120" y="40965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0" y="41696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55371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645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926080" y="45537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0" y="4626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943600" y="45537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0" y="4626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961120" y="45537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61120" y="4626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57200" y="5010912"/>
            <a:ext cx="24231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102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 team notifies creators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926080" y="50109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26080" y="5084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943600" y="50109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0" y="5084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961120" y="5010912"/>
            <a:ext cx="27889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61120" y="5084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7200" y="546811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5559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926080" y="54681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0" y="5541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943600" y="54681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43600" y="5541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961120" y="5468112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61120" y="5541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PATTERNS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Interaction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Navigation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9232" y="129844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pages rendered in single HTML file. go(id) shows/hides .page elements — no page reload, no router library.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Nav + Dropdowns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193852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 is position:sticky with backdrop-filter blur. Dropdown menus via CSS :hover, no JS.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78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Sidebar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9232" y="25786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OS sidebar rebuilt dynamically via buildSidebar() on role toggle. Brand → 5 items. Admin → 7 items across 3 groups.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18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Scroll Strips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9232" y="321868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infinite marquee rows (animation:scrollx) running in opposite directions. Pause on hover. Seeded with 40 real creator cards.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858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99232" y="385876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openApply(brand), openLogin(), openBooking() toggle .open class on overlay divs. Backdrop filter blur on overlay.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46227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988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9232" y="449884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showToast(msg) — fixed bottom-right, 3-second auto-dismiss. Used for all CTAs in demo.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0235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5138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+ Search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99232" y="513892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filterCreators() filters REAL_CREATORS array by text match, platform, niche, size threshold. Re-renders grid on change.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742432"/>
            <a:ext cx="36576" cy="475488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779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Accordion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99232" y="57790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toggleFaq(btn) — closes all open items, opens clicked one. CSS transition on .faq-ico rotation.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Typography, Color &amp;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84048" cy="384048"/>
          </a:xfrm>
          <a:prstGeom prst="rect">
            <a:avLst/>
          </a:prstGeom>
          <a:solidFill>
            <a:srgbClr val="0A0A0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63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53619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563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--white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21608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536192"/>
            <a:ext cx="384048" cy="384048"/>
          </a:xfrm>
          <a:prstGeom prst="rect">
            <a:avLst/>
          </a:prstGeom>
          <a:solidFill>
            <a:srgbClr val="0057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563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--blue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0528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accent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536192"/>
            <a:ext cx="384048" cy="384048"/>
          </a:xfrm>
          <a:prstGeom prst="rect">
            <a:avLst/>
          </a:prstGeom>
          <a:solidFill>
            <a:srgbClr val="E8E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1563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--blue-l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99448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accent bg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203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--green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/ verified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176272"/>
            <a:ext cx="384048" cy="384048"/>
          </a:xfrm>
          <a:prstGeom prst="rect">
            <a:avLst/>
          </a:prstGeom>
          <a:solidFill>
            <a:srgbClr val="E8541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2203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--orange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21608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/ hot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176272"/>
            <a:ext cx="384048" cy="384048"/>
          </a:xfrm>
          <a:prstGeom prst="rect">
            <a:avLst/>
          </a:prstGeom>
          <a:solidFill>
            <a:srgbClr val="5C5C5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203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--muted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23960" y="2176272"/>
            <a:ext cx="384048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9448" y="2203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--border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99448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99232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/ Headings: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3401568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(Google Fonts) · 700–900 weight · Hero titles, nav logo, button labels, KPI numbers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/ UI text: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0" y="396849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Helvetica Neue (system) · 400–600 weight · All body copy, form labels, nav links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35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headlines: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4535424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(system serif) · 400 weight · Hero H1, section titles on public site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HTML Demo →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11247120" cy="1508760"/>
          </a:xfrm>
          <a:prstGeom prst="rect">
            <a:avLst/>
          </a:prstGeom>
          <a:solidFill>
            <a:srgbClr val="F8F8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150876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Backend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/ Next.js API layer replacing toast-only interactions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database: creators, brands, campaigns, bookings, content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Auth: NextAuth or Clerk (Brand login, Admin login, Creator login)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597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Creator CSV import endpoint → auto-populate DB from crawl scripts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1247120" cy="1508760"/>
          </a:xfrm>
          <a:prstGeom prst="rect">
            <a:avLst/>
          </a:prstGeom>
          <a:solidFill>
            <a:srgbClr val="F8F8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07792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Creator Onboarding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Creator OAuth flow: TikTok / Instagram / YouTube connect for live stats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Phyllo API integration for real-time creator data (followers, ER, views)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Avatar pulled directly from platform profile image 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10565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Creator profile page with real past work pulled from platform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53712"/>
            <a:ext cx="11247120" cy="1508760"/>
          </a:xfrm>
          <a:prstGeom prst="rect">
            <a:avLst/>
          </a:prstGeom>
          <a:solidFill>
            <a:srgbClr val="F8F8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553712"/>
            <a:ext cx="54864" cy="150876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Campaign &amp; Payment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01091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 management backend: brief → creator apply → brand review 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257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Escrow payment (Stripe): hold on booking, release on content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550468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delivery system: creator uploads, revision requests, approval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75157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 Ads / Partnership Ads integration (TikTok + Meta Business API)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 · Technical Specification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64240" y="6620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Deploy Guide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Hosting (current HTML)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bookingmodel_public.html and bookingmodel_internal.html to any static host.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Vercel: drag-and-drop folder. Netlify: netlify deploy --dir=. --prod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Pages: push to /docs or use Actions.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domain: CNAME bookingmodel.com → hosting provider.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1124712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352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to 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9125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bookingmodel_public.html → root (bookingmodel.com/index.html)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bookingmodel_internal.html → /admin or /os path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build step, no npm install, no environment variables required.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1124712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8736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upgrade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static HTML with Next.js app. Keep same routes: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→ public site · /admin → internal OS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/api routes for creators, campaigns, auth, payments.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5148072"/>
            <a:ext cx="1124712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2395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 (future)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495544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YOUTUBE_API_KEY, TIKTOK_CLIENT_KEY, TIKTOK_CLIENT_SECRET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MODASH_API_KEY, STRIPE_SECRET_KEY, DATABASE_URL, NEXTAUTH_SECRET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bookingmodel.com · VEA Group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2026-08-27T13:45:47Z</dcterms:created>
  <dcterms:modified xsi:type="dcterms:W3CDTF">2026-08-27T13:45:47Z</dcterms:modified>
</cp:coreProperties>
</file>